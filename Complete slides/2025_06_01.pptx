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97" r:id="rId1"/>
  </p:sldMasterIdLst>
  <p:notesMasterIdLst>
    <p:notesMasterId r:id="rId2"/>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9144000" cy="5143500" type="screen16x9"/>
  <p:notesSz cx="6858000" cy="9144000"/>
  <p:embeddedFontLst>
    <p:embeddedFont>
      <p:font typeface="Wingdings 2" pitchFamily="2" charset="2"/>
      <p:regular r:id="rId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D92787-0673-4784-B1B4-DA8829A55E00}">
  <a:tblStyle styleId="{C7D92787-0673-4784-B1B4-DA8829A55E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491" autoAdjust="0"/>
    <p:restoredTop sz="94609"/>
  </p:normalViewPr>
  <p:slideViewPr>
    <p:cSldViewPr snapToGrid="0">
      <p:cViewPr varScale="1">
        <p:scale>
          <a:sx n="158" d="100"/>
          <a:sy n="158" d="100"/>
        </p:scale>
        <p:origin x="608"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font" Target="fonts/font1.fntdata"/><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2381"/>
            <a:ext cx="9144000" cy="3902869"/>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607501" y="1086861"/>
            <a:ext cx="7929000" cy="2228288"/>
          </a:xfrm>
          <a:prstGeom prst="rect">
            <a:avLst/>
          </a:prstGeom>
        </p:spPr>
        <p:txBody>
          <a:bodyPr/>
          <a:lstStyle>
            <a:lvl1pPr>
              <a:defRPr sz="4050"/>
            </a:lvl1pPr>
          </a:lstStyle>
          <a:p>
            <a:r>
              <a:rPr lang="en-GB"/>
              <a:t>Click to edit Master title style</a:t>
            </a:r>
            <a:endParaRPr lang="en-US" dirty="0"/>
          </a:p>
        </p:txBody>
      </p:sp>
      <p:sp>
        <p:nvSpPr>
          <p:cNvPr id="3" name="Subtitle 2"/>
          <p:cNvSpPr>
            <a:spLocks noGrp="1"/>
          </p:cNvSpPr>
          <p:nvPr>
            <p:ph type="subTitle" idx="1"/>
          </p:nvPr>
        </p:nvSpPr>
        <p:spPr>
          <a:xfrm>
            <a:off x="607501" y="3960635"/>
            <a:ext cx="7929000" cy="326231"/>
          </a:xfrm>
          <a:prstGeom prst="rect">
            <a:avLst/>
          </a:prstGeom>
        </p:spPr>
        <p:txBody>
          <a:bodyPr anchor="t"/>
          <a:lstStyle>
            <a:lvl1pPr marL="0" indent="0" algn="l">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9AB3A824-1A51-4B26-AD58-A6D8E14F6C04}"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5578947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614034" y="1666716"/>
            <a:ext cx="7915931" cy="2727383"/>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97D162C4-EDD9-4389-A98B-B87ECEA2A816}"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44579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9144000" cy="3902869"/>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2213547"/>
            <a:ext cx="7921064" cy="1101600"/>
          </a:xfrm>
          <a:prstGeom prst="rect">
            <a:avLst/>
          </a:prstGeom>
        </p:spPr>
        <p:txBody>
          <a:bodyPr anchor="b"/>
          <a:lstStyle>
            <a:lvl1pPr algn="r">
              <a:defRPr sz="3600" b="1" cap="none"/>
            </a:lvl1pPr>
          </a:lstStyle>
          <a:p>
            <a:r>
              <a:rPr lang="en-GB"/>
              <a:t>Click to edit Master title style</a:t>
            </a:r>
            <a:endParaRPr lang="en-US" dirty="0"/>
          </a:p>
        </p:txBody>
      </p:sp>
      <p:sp>
        <p:nvSpPr>
          <p:cNvPr id="3" name="Text Placeholder 2"/>
          <p:cNvSpPr>
            <a:spLocks noGrp="1"/>
          </p:cNvSpPr>
          <p:nvPr>
            <p:ph type="body" idx="1"/>
          </p:nvPr>
        </p:nvSpPr>
        <p:spPr>
          <a:xfrm>
            <a:off x="607500" y="3960901"/>
            <a:ext cx="7921064" cy="325466"/>
          </a:xfrm>
          <a:prstGeom prst="rect">
            <a:avLst/>
          </a:prstGeom>
        </p:spPr>
        <p:txBody>
          <a:bodyPr anchor="t">
            <a:no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3E5059C3-6A89-4494-99FF-5A4D6FFD50EB}"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9672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Content Placeholder 2"/>
          <p:cNvSpPr>
            <a:spLocks noGrp="1"/>
          </p:cNvSpPr>
          <p:nvPr>
            <p:ph sz="half" idx="1"/>
          </p:nvPr>
        </p:nvSpPr>
        <p:spPr>
          <a:xfrm>
            <a:off x="614034" y="1666716"/>
            <a:ext cx="3889405" cy="2729072"/>
          </a:xfrm>
          <a:prstGeom prst="rect">
            <a:avLst/>
          </a:prstGeo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40562" y="1666715"/>
            <a:ext cx="3895937" cy="2729073"/>
          </a:xfrm>
          <a:prstGeom prst="rect">
            <a:avLst/>
          </a:prstGeo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7000969" y="4531022"/>
            <a:ext cx="1007780" cy="273844"/>
          </a:xfrm>
          <a:prstGeom prst="rect">
            <a:avLst/>
          </a:prstGeom>
        </p:spPr>
        <p:txBody>
          <a:bodyPr/>
          <a:lstStyle/>
          <a:p>
            <a:fld id="{CA954B2F-12DE-47F5-8894-472B206D2E1E}" type="datetimeFigureOut">
              <a:rPr lang="en-US" smtClean="0"/>
              <a:t>7/29/24</a:t>
            </a:fld>
            <a:endParaRPr lang="en-US" dirty="0"/>
          </a:p>
        </p:txBody>
      </p:sp>
      <p:sp>
        <p:nvSpPr>
          <p:cNvPr id="6" name="Footer Placeholder 5"/>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213925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11046" y="1631156"/>
            <a:ext cx="3892393" cy="432197"/>
          </a:xfrm>
          <a:prstGeom prst="rect">
            <a:avLst/>
          </a:prstGeo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11047" y="2063354"/>
            <a:ext cx="3892392" cy="2332435"/>
          </a:xfrm>
          <a:prstGeom prst="rect">
            <a:avLst/>
          </a:prstGeo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40562" y="1631156"/>
            <a:ext cx="3895937" cy="432197"/>
          </a:xfrm>
          <a:prstGeom prst="rect">
            <a:avLst/>
          </a:prstGeo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0562" y="2063354"/>
            <a:ext cx="3895937" cy="2332435"/>
          </a:xfrm>
          <a:prstGeom prst="rect">
            <a:avLst/>
          </a:prstGeo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8" name="Footer Placeholder 7"/>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9" name="Slide Number Placeholder 8"/>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8095818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Date Placeholder 2"/>
          <p:cNvSpPr>
            <a:spLocks noGrp="1"/>
          </p:cNvSpPr>
          <p:nvPr>
            <p:ph type="dt" sz="half" idx="10"/>
          </p:nvPr>
        </p:nvSpPr>
        <p:spPr>
          <a:xfrm>
            <a:off x="7000969" y="4531022"/>
            <a:ext cx="1007780" cy="273844"/>
          </a:xfrm>
          <a:prstGeom prst="rect">
            <a:avLst/>
          </a:prstGeom>
        </p:spPr>
        <p:txBody>
          <a:bodyPr/>
          <a:lstStyle/>
          <a:p>
            <a:fld id="{1FAF3416-4057-4DAA-829D-4CA07428D088}" type="datetimeFigureOut">
              <a:rPr lang="en-US" smtClean="0"/>
              <a:t>7/29/24</a:t>
            </a:fld>
            <a:endParaRPr lang="en-US" dirty="0"/>
          </a:p>
        </p:txBody>
      </p:sp>
      <p:sp>
        <p:nvSpPr>
          <p:cNvPr id="4" name="Footer Placeholder 3"/>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5" name="Slide Number Placeholder 4"/>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523762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000969" y="4531022"/>
            <a:ext cx="1007780" cy="273844"/>
          </a:xfrm>
          <a:prstGeom prst="rect">
            <a:avLst/>
          </a:prstGeom>
        </p:spPr>
        <p:txBody>
          <a:bodyPr/>
          <a:lstStyle/>
          <a:p>
            <a:fld id="{921D9284-D300-4297-87F7-E791DCC15DB1}" type="datetimeFigureOut">
              <a:rPr lang="en-US" smtClean="0"/>
              <a:t>7/29/24</a:t>
            </a:fld>
            <a:endParaRPr lang="en-US" dirty="0"/>
          </a:p>
        </p:txBody>
      </p:sp>
      <p:sp>
        <p:nvSpPr>
          <p:cNvPr id="3" name="Footer Placeholder 2"/>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4" name="Slide Number Placeholder 3"/>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3256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804864" y="334566"/>
            <a:ext cx="2660650" cy="13609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04864" y="334566"/>
            <a:ext cx="2660650" cy="1213797"/>
          </a:xfrm>
          <a:prstGeom prst="rect">
            <a:avLst/>
          </a:prstGeom>
        </p:spPr>
        <p:txBody>
          <a:bodyPr anchor="b"/>
          <a:lstStyle>
            <a:lvl1pPr algn="l">
              <a:defRPr sz="1500" b="1"/>
            </a:lvl1pPr>
          </a:lstStyle>
          <a:p>
            <a:r>
              <a:rPr lang="en-GB"/>
              <a:t>Click to edit Master title style</a:t>
            </a:r>
            <a:endParaRPr lang="en-US" dirty="0"/>
          </a:p>
        </p:txBody>
      </p:sp>
      <p:sp>
        <p:nvSpPr>
          <p:cNvPr id="3" name="Content Placeholder 2"/>
          <p:cNvSpPr>
            <a:spLocks noGrp="1"/>
          </p:cNvSpPr>
          <p:nvPr>
            <p:ph idx="1"/>
          </p:nvPr>
        </p:nvSpPr>
        <p:spPr>
          <a:xfrm>
            <a:off x="3641725" y="334567"/>
            <a:ext cx="4689475" cy="4061222"/>
          </a:xfrm>
          <a:prstGeom prst="rect">
            <a:avLst/>
          </a:prstGeo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04864" y="1695554"/>
            <a:ext cx="2660650" cy="270023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7000969" y="4531022"/>
            <a:ext cx="1007780" cy="273844"/>
          </a:xfrm>
          <a:prstGeom prst="rect">
            <a:avLst/>
          </a:prstGeom>
        </p:spPr>
        <p:txBody>
          <a:bodyPr/>
          <a:lstStyle/>
          <a:p>
            <a:fld id="{37D525BB-DA17-4BA0-B3C8-3AC3ABC827E6}" type="datetimeFigureOut">
              <a:rPr lang="en-US" smtClean="0"/>
              <a:t>7/29/24</a:t>
            </a:fld>
            <a:endParaRPr lang="en-US" dirty="0"/>
          </a:p>
        </p:txBody>
      </p:sp>
      <p:sp>
        <p:nvSpPr>
          <p:cNvPr id="6" name="Footer Placeholder 5"/>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774808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1046" y="545642"/>
            <a:ext cx="3639741" cy="1212872"/>
          </a:xfrm>
          <a:prstGeom prst="rect">
            <a:avLst/>
          </a:prstGeom>
        </p:spPr>
        <p:txBody>
          <a:bodyPr anchor="b">
            <a:normAutofit/>
          </a:bodyPr>
          <a:lstStyle>
            <a:lvl1pPr algn="l">
              <a:defRPr sz="1800" b="0"/>
            </a:lvl1pPr>
          </a:lstStyle>
          <a:p>
            <a:r>
              <a:rPr lang="en-GB"/>
              <a:t>Click to edit Master title style</a:t>
            </a:r>
            <a:endParaRPr lang="en-US" dirty="0"/>
          </a:p>
        </p:txBody>
      </p:sp>
      <p:sp>
        <p:nvSpPr>
          <p:cNvPr id="9" name="Picture Placeholder 11"/>
          <p:cNvSpPr>
            <a:spLocks noGrp="1" noChangeAspect="1"/>
          </p:cNvSpPr>
          <p:nvPr>
            <p:ph type="pic" sz="quarter" idx="13"/>
          </p:nvPr>
        </p:nvSpPr>
        <p:spPr bwMode="auto">
          <a:xfrm>
            <a:off x="4573588" y="0"/>
            <a:ext cx="4570412" cy="51435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050"/>
            </a:lvl1pPr>
          </a:lstStyle>
          <a:p>
            <a:r>
              <a:rPr lang="en-GB"/>
              <a:t>Click icon to add picture</a:t>
            </a:r>
            <a:endParaRPr lang="en-US" dirty="0"/>
          </a:p>
        </p:txBody>
      </p:sp>
      <p:sp>
        <p:nvSpPr>
          <p:cNvPr id="4" name="Text Placeholder 3"/>
          <p:cNvSpPr>
            <a:spLocks noGrp="1"/>
          </p:cNvSpPr>
          <p:nvPr>
            <p:ph type="body" sz="half" idx="2"/>
          </p:nvPr>
        </p:nvSpPr>
        <p:spPr>
          <a:xfrm>
            <a:off x="611046" y="1758513"/>
            <a:ext cx="3639741" cy="2637274"/>
          </a:xfrm>
          <a:prstGeom prst="rect">
            <a:avLst/>
          </a:prstGeom>
        </p:spPr>
        <p:txBody>
          <a:bodyPr anchor="t">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2914358" y="4531022"/>
            <a:ext cx="732659" cy="273844"/>
          </a:xfrm>
          <a:prstGeom prst="rect">
            <a:avLst/>
          </a:prstGeom>
        </p:spPr>
        <p:txBody>
          <a:bodyPr/>
          <a:lstStyle/>
          <a:p>
            <a:fld id="{3CBC1C18-307B-4F68-A007-B5B542270E8D}" type="datetimeFigureOut">
              <a:rPr lang="en-US" smtClean="0"/>
              <a:t>7/29/24</a:t>
            </a:fld>
            <a:endParaRPr lang="en-US" dirty="0"/>
          </a:p>
        </p:txBody>
      </p:sp>
      <p:sp>
        <p:nvSpPr>
          <p:cNvPr id="6" name="Footer Placeholder 5"/>
          <p:cNvSpPr>
            <a:spLocks noGrp="1"/>
          </p:cNvSpPr>
          <p:nvPr>
            <p:ph type="ftr" sz="quarter" idx="11"/>
          </p:nvPr>
        </p:nvSpPr>
        <p:spPr>
          <a:xfrm>
            <a:off x="442797" y="4531022"/>
            <a:ext cx="247156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3647017"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597074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7500" y="3600450"/>
            <a:ext cx="7921064" cy="425054"/>
          </a:xfrm>
          <a:prstGeom prst="rect">
            <a:avLst/>
          </a:prstGeom>
        </p:spPr>
        <p:txBody>
          <a:bodyPr anchor="b">
            <a:normAutofit/>
          </a:bodyPr>
          <a:lstStyle>
            <a:lvl1pPr algn="l">
              <a:defRPr sz="1800" b="0"/>
            </a:lvl1pPr>
          </a:lstStyle>
          <a:p>
            <a:r>
              <a:rPr lang="en-GB"/>
              <a:t>Click to edit Master title style</a:t>
            </a:r>
            <a:endParaRPr lang="en-US" dirty="0"/>
          </a:p>
        </p:txBody>
      </p:sp>
      <p:sp>
        <p:nvSpPr>
          <p:cNvPr id="15" name="Picture Placeholder 14"/>
          <p:cNvSpPr>
            <a:spLocks noGrp="1" noChangeAspect="1"/>
          </p:cNvSpPr>
          <p:nvPr>
            <p:ph type="pic" sz="quarter" idx="13"/>
          </p:nvPr>
        </p:nvSpPr>
        <p:spPr bwMode="auto">
          <a:xfrm>
            <a:off x="0" y="0"/>
            <a:ext cx="9144000" cy="360045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200"/>
            </a:lvl1pPr>
          </a:lstStyle>
          <a:p>
            <a:r>
              <a:rPr lang="en-GB"/>
              <a:t>Click icon to add picture</a:t>
            </a:r>
            <a:endParaRPr lang="en-US" dirty="0"/>
          </a:p>
        </p:txBody>
      </p:sp>
      <p:sp>
        <p:nvSpPr>
          <p:cNvPr id="4" name="Text Placeholder 3"/>
          <p:cNvSpPr>
            <a:spLocks noGrp="1"/>
          </p:cNvSpPr>
          <p:nvPr>
            <p:ph type="body" sz="half" idx="2"/>
          </p:nvPr>
        </p:nvSpPr>
        <p:spPr>
          <a:xfrm>
            <a:off x="607500" y="4025504"/>
            <a:ext cx="7921064" cy="370284"/>
          </a:xfrm>
          <a:prstGeom prst="rect">
            <a:avLst/>
          </a:prstGeo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6" name="Footer Placeholder 5"/>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378269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473773" y="811092"/>
            <a:ext cx="4749312" cy="242939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38239" y="928877"/>
            <a:ext cx="4420380" cy="1984434"/>
          </a:xfrm>
          <a:prstGeom prst="rect">
            <a:avLst/>
          </a:prstGeom>
        </p:spPr>
        <p:txBody>
          <a:bodyPr anchor="b"/>
          <a:lstStyle>
            <a:lvl1pPr algn="l">
              <a:defRPr sz="3150" b="1" cap="none"/>
            </a:lvl1pPr>
          </a:lstStyle>
          <a:p>
            <a:r>
              <a:rPr lang="en-GB"/>
              <a:t>Click to edit Master title style</a:t>
            </a:r>
            <a:endParaRPr lang="en-US" dirty="0"/>
          </a:p>
        </p:txBody>
      </p:sp>
      <p:sp>
        <p:nvSpPr>
          <p:cNvPr id="3" name="Text Placeholder 2"/>
          <p:cNvSpPr>
            <a:spLocks noGrp="1"/>
          </p:cNvSpPr>
          <p:nvPr>
            <p:ph type="body" idx="1"/>
          </p:nvPr>
        </p:nvSpPr>
        <p:spPr>
          <a:xfrm>
            <a:off x="639892" y="3332760"/>
            <a:ext cx="4418727" cy="534931"/>
          </a:xfrm>
          <a:prstGeom prst="rect">
            <a:avLst/>
          </a:prstGeom>
        </p:spPr>
        <p:txBody>
          <a:bodyPr anchor="t">
            <a:no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9" name="Text Placeholder 5"/>
          <p:cNvSpPr>
            <a:spLocks noGrp="1"/>
          </p:cNvSpPr>
          <p:nvPr>
            <p:ph type="body" sz="quarter" idx="16"/>
          </p:nvPr>
        </p:nvSpPr>
        <p:spPr>
          <a:xfrm>
            <a:off x="5680982" y="811092"/>
            <a:ext cx="2857501" cy="3056599"/>
          </a:xfrm>
          <a:prstGeom prst="rect">
            <a:avLst/>
          </a:prstGeom>
        </p:spPr>
        <p:txBody>
          <a:bodyPr anchor="t"/>
          <a:lstStyle>
            <a:lvl1pPr marL="0" indent="0">
              <a:buFontTx/>
              <a:buNone/>
              <a:defRPr/>
            </a:lvl1pPr>
          </a:lstStyle>
          <a:p>
            <a:pPr lvl="0"/>
            <a:r>
              <a:rPr lang="en-GB"/>
              <a:t>Click to edit Master text styles</a:t>
            </a:r>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376396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855663" y="1714939"/>
            <a:ext cx="3671336" cy="187797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017817" y="1826968"/>
            <a:ext cx="3286891" cy="1505842"/>
          </a:xfrm>
          <a:prstGeom prst="rect">
            <a:avLst/>
          </a:prstGeom>
        </p:spPr>
        <p:txBody>
          <a:bodyPr/>
          <a:lstStyle>
            <a:lvl1pPr>
              <a:defRPr sz="2400"/>
            </a:lvl1pPr>
          </a:lstStyle>
          <a:p>
            <a:r>
              <a:rPr lang="en-GB"/>
              <a:t>Click to edit Master title style</a:t>
            </a:r>
            <a:endParaRPr lang="en-US" dirty="0"/>
          </a:p>
        </p:txBody>
      </p:sp>
      <p:sp>
        <p:nvSpPr>
          <p:cNvPr id="6" name="Text Placeholder 5"/>
          <p:cNvSpPr>
            <a:spLocks noGrp="1"/>
          </p:cNvSpPr>
          <p:nvPr>
            <p:ph type="body" sz="quarter" idx="16"/>
          </p:nvPr>
        </p:nvSpPr>
        <p:spPr>
          <a:xfrm>
            <a:off x="4617000" y="1714500"/>
            <a:ext cx="3660225" cy="1721644"/>
          </a:xfrm>
          <a:prstGeom prst="rect">
            <a:avLst/>
          </a:prstGeom>
        </p:spPr>
        <p:txBody>
          <a:bodyPr anchor="t"/>
          <a:lstStyle>
            <a:lvl1pPr marL="0" indent="0">
              <a:buFontTx/>
              <a:buNone/>
              <a:defRPr/>
            </a:lvl1pPr>
          </a:lstStyle>
          <a:p>
            <a:pPr lvl="0"/>
            <a:r>
              <a:rPr lang="en-GB"/>
              <a:t>Click to edit Master text styles</a:t>
            </a:r>
          </a:p>
        </p:txBody>
      </p:sp>
      <p:sp>
        <p:nvSpPr>
          <p:cNvPr id="2" name="Date Placeholder 1"/>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3" name="Footer Placeholder 2"/>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4" name="Slide Number Placeholder 3"/>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658402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07500" y="1638301"/>
            <a:ext cx="7922464" cy="2755798"/>
          </a:xfrm>
          <a:prstGeom prst="rect">
            <a:avLst/>
          </a:prstGeo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D857E33E-8B18-4087-B112-809917729534}"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355279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5752239" y="334567"/>
            <a:ext cx="3391762" cy="406122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37656" y="439628"/>
            <a:ext cx="1871093" cy="3851099"/>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07501" y="334567"/>
            <a:ext cx="4958655" cy="4061222"/>
          </a:xfrm>
          <a:prstGeom prst="rect">
            <a:avLst/>
          </a:prstGeo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D3FFE419-2371-464F-8239-3959401C3561}"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805944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631887"/>
      </p:ext>
    </p:extLst>
  </p:cSld>
  <p:clrMap bg1="dk1" tx1="lt1" bg2="dk2" tx2="lt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 id="2147483909" r:id="rId12"/>
    <p:sldLayoutId id="2147483910" r:id="rId13"/>
    <p:sldLayoutId id="2147483911" r:id="rId14"/>
  </p:sldLayoutIdLst>
  <p:hf sldNum="0" hdr="0" ftr="0" dt="0"/>
  <p:txStyles>
    <p:titleStyle>
      <a:lvl1pPr algn="l" defTabSz="342900" rtl="0" eaLnBrk="1" latinLnBrk="0" hangingPunct="1">
        <a:spcBef>
          <a:spcPct val="0"/>
        </a:spcBef>
        <a:buNone/>
        <a:defRPr sz="3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ct val="20000"/>
        </a:spcBef>
        <a:spcAft>
          <a:spcPts val="450"/>
        </a:spcAft>
        <a:buClr>
          <a:schemeClr val="accent1"/>
        </a:buClr>
        <a:buFont typeface="Wingdings 2" charset="2"/>
        <a:buChar char=""/>
        <a:defRPr sz="1350" kern="1200">
          <a:solidFill>
            <a:schemeClr val="tx1"/>
          </a:solidFill>
          <a:latin typeface="+mn-lt"/>
          <a:ea typeface="+mn-ea"/>
          <a:cs typeface="+mn-cs"/>
        </a:defRPr>
      </a:lvl1pPr>
      <a:lvl2pPr marL="557213" indent="-214313" algn="l" defTabSz="342900" rtl="0" eaLnBrk="1" latinLnBrk="0" hangingPunct="1">
        <a:spcBef>
          <a:spcPct val="20000"/>
        </a:spcBef>
        <a:spcAft>
          <a:spcPts val="450"/>
        </a:spcAft>
        <a:buClr>
          <a:schemeClr val="accent1"/>
        </a:buClr>
        <a:buFont typeface="Wingdings 2" charset="2"/>
        <a:buChar char=""/>
        <a:defRPr sz="1200" kern="1200">
          <a:solidFill>
            <a:schemeClr val="tx1"/>
          </a:solidFill>
          <a:latin typeface="+mn-lt"/>
          <a:ea typeface="+mn-ea"/>
          <a:cs typeface="+mn-cs"/>
        </a:defRPr>
      </a:lvl2pPr>
      <a:lvl3pPr marL="857250" indent="-171450" algn="l" defTabSz="342900" rtl="0" eaLnBrk="1" latinLnBrk="0" hangingPunct="1">
        <a:spcBef>
          <a:spcPct val="20000"/>
        </a:spcBef>
        <a:spcAft>
          <a:spcPts val="450"/>
        </a:spcAft>
        <a:buClr>
          <a:schemeClr val="accent1"/>
        </a:buClr>
        <a:buFont typeface="Wingdings 2" charset="2"/>
        <a:buChar char=""/>
        <a:defRPr sz="1050" kern="1200">
          <a:solidFill>
            <a:schemeClr val="tx1"/>
          </a:solidFill>
          <a:latin typeface="+mn-lt"/>
          <a:ea typeface="+mn-ea"/>
          <a:cs typeface="+mn-cs"/>
        </a:defRPr>
      </a:lvl3pPr>
      <a:lvl4pPr marL="12001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4pPr>
      <a:lvl5pPr marL="15430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5pPr>
      <a:lvl6pPr marL="18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6pPr>
      <a:lvl7pPr marL="21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7pPr>
      <a:lvl8pPr marL="24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8pPr>
      <a:lvl9pPr marL="27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7175"/>
            <a:ext cx="7315200" cy="257175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914400" y="771525"/>
            <a:ext cx="7315200" cy="2571750"/>
          </a:xfrm>
          <a:prstGeom prst="rect">
            <a:avLst/>
          </a:prstGeom>
          <a:noFill/>
        </p:spPr>
        <p:txBody>
          <a:bodyPr wrap="square">
            <a:spAutoFit/>
          </a:bodyPr>
          <a:lstStyle/>
          <a:p>
            <a:pPr algn="ctr">
              <a:defRPr sz="2300" b="1" i="0" u="none">
                <a:solidFill>
                  <a:srgbClr val="000000"/>
                </a:solidFill>
              </a:defRPr>
            </a:pPr>
            <a:r>
              <a:t>Welcome to Our English Service</a:t>
            </a:r>
            <a:br/>
            <a:r>
              <a:t>01.06.2025</a:t>
            </a:r>
          </a:p>
        </p:txBody>
      </p:sp>
      <p:sp>
        <p:nvSpPr>
          <p:cNvPr id="5" name="TextBox 4"/>
          <p:cNvSpPr txBox="1"/>
          <p:nvPr/>
        </p:nvSpPr>
        <p:spPr>
          <a:xfrm>
            <a:off x="914400" y="1800225"/>
            <a:ext cx="7315200" cy="257175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914400" y="2057400"/>
            <a:ext cx="7315200" cy="2571750"/>
          </a:xfrm>
          <a:prstGeom prst="rect">
            <a:avLst/>
          </a:prstGeom>
          <a:noFill/>
        </p:spPr>
        <p:txBody>
          <a:bodyPr wrap="square">
            <a:spAutoFit/>
          </a:bodyPr>
          <a:lstStyle/>
          <a:p>
            <a:pPr algn="l">
              <a:defRPr sz="2000" b="1" i="0" u="none">
                <a:solidFill>
                  <a:srgbClr val="000000"/>
                </a:solidFill>
              </a:defRPr>
            </a:pPr>
            <a:r>
              <a:t>Worship Songs:</a:t>
            </a:r>
            <a:br/>
            <a:br/>
            <a:br/>
            <a:r>
              <a:t>Passage:</a:t>
            </a:r>
            <a:br/>
            <a:r>
              <a:t>Speaker:</a:t>
            </a:r>
            <a:br/>
            <a:r>
              <a:t>Topic:</a:t>
            </a:r>
            <a:br/>
            <a:r>
              <a:t>Response Song:</a:t>
            </a:r>
            <a:br/>
            <a:r>
              <a:t>Announcements and Closing Prayer</a:t>
            </a:r>
            <a:br/>
            <a:r>
              <a:t>Benediction</a:t>
            </a:r>
          </a:p>
        </p:txBody>
      </p:sp>
      <p:sp>
        <p:nvSpPr>
          <p:cNvPr id="7" name="TextBox 6"/>
          <p:cNvSpPr txBox="1"/>
          <p:nvPr/>
        </p:nvSpPr>
        <p:spPr>
          <a:xfrm>
            <a:off x="914400" y="2057400"/>
            <a:ext cx="7315200" cy="2571750"/>
          </a:xfrm>
          <a:prstGeom prst="rect">
            <a:avLst/>
          </a:prstGeom>
          <a:noFill/>
        </p:spPr>
        <p:txBody>
          <a:bodyPr wrap="square">
            <a:spAutoFit/>
          </a:bodyPr>
          <a:lstStyle/>
          <a:p>
            <a:pPr algn="ctr">
              <a:defRPr sz="2000" b="0" i="0" u="none">
                <a:solidFill>
                  <a:srgbClr val="000000"/>
                </a:solidFill>
              </a:defRPr>
            </a:pPr>
            <a:r>
              <a:t>Yet Not I But Through Christ In Me</a:t>
            </a:r>
            <a:br/>
            <a:r>
              <a:t>A thousand hallelujahs</a:t>
            </a:r>
            <a:br/>
            <a:r>
              <a:t>Who am I</a:t>
            </a:r>
            <a:br/>
            <a:r>
              <a:t>1 Kings 3:5-15</a:t>
            </a:r>
            <a:br/>
            <a:r>
              <a:t>Xavier Lakshmanan</a:t>
            </a:r>
            <a:br/>
            <a:r>
              <a:t>Solomon:</a:t>
            </a:r>
            <a:br/>
            <a:r>
              <a:t>TBA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BCCC english service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14350"/>
            <a:ext cx="3657600" cy="4114800"/>
          </a:xfrm>
          <a:prstGeom prst="rect">
            <a:avLst/>
          </a:prstGeom>
          <a:noFill/>
        </p:spPr>
        <p:txBody>
          <a:bodyPr wrap="square">
            <a:spAutoFit/>
          </a:bodyPr>
          <a:lstStyle/>
          <a:p>
            <a:pPr>
              <a:defRPr sz="3000"/>
            </a:pPr>
            <a:r>
              <a:t>Please keep all phones on silent</a:t>
            </a:r>
          </a:p>
        </p:txBody>
      </p:sp>
      <p:pic>
        <p:nvPicPr>
          <p:cNvPr id="3" name="Picture 2" descr="Phone.png"/>
          <p:cNvPicPr>
            <a:picLocks noChangeAspect="1"/>
          </p:cNvPicPr>
          <p:nvPr/>
        </p:nvPicPr>
        <p:blipFill>
          <a:blip r:embed="rId2"/>
          <a:stretch>
            <a:fillRect/>
          </a:stretch>
        </p:blipFill>
        <p:spPr>
          <a:xfrm>
            <a:off x="4514850" y="514350"/>
            <a:ext cx="41148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Yet Not I But Through Christ In Me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gift of grace is Jesus, my Redeemer</a:t>
            </a:r>
          </a:p>
          <a:p>
            <a:pPr algn="ctr">
              <a:defRPr sz="2700" b="0"/>
            </a:pPr>
            <a:r>
              <a:t>There is no more for heaven now to give</a:t>
            </a:r>
          </a:p>
          <a:p>
            <a:pPr algn="ctr">
              <a:defRPr sz="2700" b="0"/>
            </a:pPr>
            <a:r>
              <a:t>He is my joy, my righteousness and freedom</a:t>
            </a:r>
          </a:p>
          <a:p>
            <a:pPr algn="ctr">
              <a:defRPr sz="2700" b="0"/>
            </a:pPr>
            <a:r>
              <a:t>My steadfast love, my deep and boundless peace</a:t>
            </a:r>
          </a:p>
          <a:p>
            <a:pPr algn="ctr">
              <a:defRPr sz="27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To this I hold, my hope is only Jesus</a:t>
            </a:r>
          </a:p>
          <a:p>
            <a:pPr algn="ctr">
              <a:defRPr sz="2700" b="0"/>
            </a:pPr>
            <a:r>
              <a:t>For my life is wholly bound to His</a:t>
            </a:r>
          </a:p>
          <a:p>
            <a:pPr algn="ctr">
              <a:defRPr sz="2700" b="0"/>
            </a:pPr>
            <a:r>
              <a:t>Oh how strange and divine, I can sing "All is mine"</a:t>
            </a:r>
          </a:p>
          <a:p>
            <a:pPr algn="ctr">
              <a:defRPr sz="2700" b="0"/>
            </a:pPr>
            <a:r>
              <a:t>Yet not I, but through Christ in me</a:t>
            </a:r>
          </a:p>
          <a:p>
            <a:pPr algn="ctr">
              <a:defRPr sz="27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The night is dark but I am not forsaken</a:t>
            </a:r>
          </a:p>
          <a:p>
            <a:pPr algn="ctr">
              <a:defRPr sz="2700" b="0"/>
            </a:pPr>
            <a:r>
              <a:t>For by my side, the Savior He will stay</a:t>
            </a:r>
          </a:p>
          <a:p>
            <a:pPr algn="ctr">
              <a:defRPr sz="2700" b="0"/>
            </a:pPr>
            <a:r>
              <a:t>I labour on in weakness and rejoicing</a:t>
            </a:r>
          </a:p>
          <a:p>
            <a:pPr algn="ctr">
              <a:defRPr sz="2700" b="0"/>
            </a:pPr>
            <a:r>
              <a:t>For in my need, His power is displayed</a:t>
            </a:r>
          </a:p>
          <a:p>
            <a:pPr algn="ctr">
              <a:defRPr sz="27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To this I hold, my Shepherd will defend me</a:t>
            </a:r>
          </a:p>
          <a:p>
            <a:pPr algn="ctr">
              <a:defRPr sz="2700" b="0"/>
            </a:pPr>
            <a:r>
              <a:t>Through the deepest valley He will lead</a:t>
            </a:r>
          </a:p>
          <a:p>
            <a:pPr algn="ctr">
              <a:defRPr sz="2700" b="0"/>
            </a:pPr>
            <a:r>
              <a:t>Oh the night has been won and I shall overcome</a:t>
            </a:r>
          </a:p>
          <a:p>
            <a:pPr algn="ctr">
              <a:defRPr sz="2700" b="0"/>
            </a:pPr>
            <a:r>
              <a:t>Yet not I, but through Christ in me</a:t>
            </a:r>
          </a:p>
          <a:p>
            <a:pPr algn="ctr">
              <a:defRPr sz="27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No fate I dread, I know I am forgiven</a:t>
            </a:r>
          </a:p>
          <a:p>
            <a:pPr algn="ctr">
              <a:defRPr sz="2700" b="0"/>
            </a:pPr>
            <a:r>
              <a:t>The future sure, the price it has been paid</a:t>
            </a:r>
          </a:p>
          <a:p>
            <a:pPr algn="ctr">
              <a:defRPr sz="2700" b="0"/>
            </a:pPr>
            <a:r>
              <a:t>For Jesus bled and suffered for my pardon</a:t>
            </a:r>
          </a:p>
          <a:p>
            <a:pPr algn="ctr">
              <a:defRPr sz="2700" b="0"/>
            </a:pPr>
            <a:r>
              <a:t>And He was raised to overthrow the grave</a:t>
            </a:r>
          </a:p>
          <a:p>
            <a:pPr algn="ctr">
              <a:defRPr sz="27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To this I hold, my sin has been defeated</a:t>
            </a:r>
          </a:p>
          <a:p>
            <a:pPr algn="ctr">
              <a:defRPr sz="2700" b="0"/>
            </a:pPr>
            <a:r>
              <a:t>Jesus now and ever is my plea</a:t>
            </a:r>
          </a:p>
          <a:p>
            <a:pPr algn="ctr">
              <a:defRPr sz="2700" b="0"/>
            </a:pPr>
            <a:r>
              <a:t>All the chains are released, I can sing "I am free"</a:t>
            </a:r>
          </a:p>
          <a:p>
            <a:pPr algn="ctr">
              <a:defRPr sz="2700" b="0"/>
            </a:pPr>
            <a:r>
              <a:t>Yet not I, but through Christ in me</a:t>
            </a:r>
          </a:p>
          <a:p>
            <a:pPr algn="ctr">
              <a:defRPr sz="27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every breath, I long to follow Jesus</a:t>
            </a:r>
          </a:p>
          <a:p>
            <a:pPr algn="ctr">
              <a:defRPr sz="2700" b="0"/>
            </a:pPr>
            <a:r>
              <a:t>For He has said that He will bring me home</a:t>
            </a:r>
          </a:p>
          <a:p>
            <a:pPr algn="ctr">
              <a:defRPr sz="2700" b="0"/>
            </a:pPr>
            <a:r>
              <a:t>And day by day, I know He will renew me</a:t>
            </a:r>
          </a:p>
          <a:p>
            <a:pPr algn="ctr">
              <a:defRPr sz="2700" b="0"/>
            </a:pPr>
            <a:r>
              <a:t>Until I stand with joy before the throne</a:t>
            </a:r>
          </a:p>
          <a:p>
            <a:pPr algn="ctr">
              <a:defRPr sz="27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To this I hold, my hope is only Jesus</a:t>
            </a:r>
          </a:p>
          <a:p>
            <a:pPr algn="ctr">
              <a:defRPr sz="2700" b="0"/>
            </a:pPr>
            <a:r>
              <a:t>All the glory evermore to Him</a:t>
            </a:r>
          </a:p>
          <a:p>
            <a:pPr algn="ctr">
              <a:defRPr sz="2700" b="0"/>
            </a:pPr>
            <a:r>
              <a:t>When the race is complete, still my lips shall repeat</a:t>
            </a:r>
          </a:p>
          <a:p>
            <a:pPr algn="ctr">
              <a:defRPr sz="2700" b="0"/>
            </a:pPr>
            <a:r>
              <a:t>"Yet not I, but through Christ in me"</a:t>
            </a:r>
          </a:p>
          <a:p>
            <a:pPr algn="ctr">
              <a:defRPr sz="27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When the race is complete, still my lips shall repeat</a:t>
            </a:r>
          </a:p>
          <a:p>
            <a:pPr algn="ctr">
              <a:defRPr sz="2700" b="0"/>
            </a:pPr>
            <a:r>
              <a:t>"Yet not I, but through Christ in me"</a:t>
            </a:r>
          </a:p>
          <a:p>
            <a:pPr algn="ctr">
              <a:defRPr sz="2700" b="0"/>
            </a:pPr>
            <a:r>
              <a:t>"Yet not I, but through Christ in me"</a:t>
            </a:r>
          </a:p>
          <a:p>
            <a:pPr algn="ctr">
              <a:defRPr sz="2700" b="0"/>
            </a:pPr>
            <a:r>
              <a:t>"Yet not I, but through Christ in me"</a:t>
            </a:r>
          </a:p>
          <a:p>
            <a:pPr algn="ctr">
              <a:defRPr sz="2700" b="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A Thousand Hallelujahs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 else would rocks cry out to worship?</a:t>
            </a:r>
          </a:p>
          <a:p>
            <a:pPr algn="ctr">
              <a:defRPr sz="2700" b="0"/>
            </a:pPr>
            <a:r>
              <a:t>Whose glory taught the stars to shine?</a:t>
            </a:r>
          </a:p>
          <a:p>
            <a:pPr algn="ctr">
              <a:defRPr sz="2700" b="0"/>
            </a:pPr>
            <a:r>
              <a:t>Perhaps creation longs to have the words to sing</a:t>
            </a:r>
          </a:p>
          <a:p>
            <a:pPr algn="ctr">
              <a:defRPr sz="2700" b="0"/>
            </a:pPr>
            <a:r>
              <a:t>But this joy is mine</a:t>
            </a:r>
          </a:p>
          <a:p>
            <a:pPr algn="ctr">
              <a:defRPr sz="27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a thousand hallelujahs</a:t>
            </a:r>
          </a:p>
          <a:p>
            <a:pPr algn="ctr">
              <a:defRPr sz="2700" b="0"/>
            </a:pPr>
            <a:r>
              <a:t>We magnify Your name</a:t>
            </a:r>
          </a:p>
          <a:p>
            <a:pPr algn="ctr">
              <a:defRPr sz="2700" b="0"/>
            </a:pPr>
            <a:r>
              <a:t>You alone deserve the glory</a:t>
            </a:r>
          </a:p>
          <a:p>
            <a:pPr algn="ctr">
              <a:defRPr sz="2700" b="0"/>
            </a:pPr>
            <a:r>
              <a:t>The honor and the praise</a:t>
            </a:r>
          </a:p>
          <a:p>
            <a:pPr algn="ctr">
              <a:defRPr sz="2700" b="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Lord Jesus</a:t>
            </a:r>
          </a:p>
          <a:p>
            <a:pPr algn="ctr">
              <a:defRPr sz="2700" b="0"/>
            </a:pPr>
            <a:r>
              <a:t>This song is forever Yours</a:t>
            </a:r>
          </a:p>
          <a:p>
            <a:pPr algn="ctr">
              <a:defRPr sz="2700" b="0"/>
            </a:pPr>
            <a:r>
              <a:t>A thousand hallelujahs</a:t>
            </a:r>
          </a:p>
          <a:p>
            <a:pPr algn="ctr">
              <a:defRPr sz="2700" b="0"/>
            </a:pPr>
            <a:r>
              <a:t>And a thousand more</a:t>
            </a:r>
          </a:p>
          <a:p>
            <a:pPr algn="ctr">
              <a:defRPr sz="2700" b="0"/>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 else would die for our redemption?</a:t>
            </a:r>
          </a:p>
          <a:p>
            <a:pPr algn="ctr">
              <a:defRPr sz="2700" b="0"/>
            </a:pPr>
            <a:r>
              <a:t>Whose resurrection means I’ll rise?</a:t>
            </a:r>
          </a:p>
          <a:p>
            <a:pPr algn="ctr">
              <a:defRPr sz="2700" b="0"/>
            </a:pPr>
            <a:r>
              <a:t>There isn’t time enough to sing of all You’ve done</a:t>
            </a:r>
          </a:p>
          <a:p>
            <a:pPr algn="ctr">
              <a:defRPr sz="2700" b="0"/>
            </a:pPr>
            <a:r>
              <a:t>But I have eternity to try</a:t>
            </a:r>
          </a:p>
          <a:p>
            <a:pPr algn="ctr">
              <a:defRPr sz="2700" b="0"/>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a thousand hallelujahs</a:t>
            </a:r>
          </a:p>
          <a:p>
            <a:pPr algn="ctr">
              <a:defRPr sz="2700" b="0"/>
            </a:pPr>
            <a:r>
              <a:t>We magnify Your name</a:t>
            </a:r>
          </a:p>
          <a:p>
            <a:pPr algn="ctr">
              <a:defRPr sz="2700" b="0"/>
            </a:pPr>
            <a:r>
              <a:t>You alone deserve the glory</a:t>
            </a:r>
          </a:p>
          <a:p>
            <a:pPr algn="ctr">
              <a:defRPr sz="2700" b="0"/>
            </a:pPr>
            <a:r>
              <a:t>The honor and the praise</a:t>
            </a:r>
          </a:p>
          <a:p>
            <a:pPr algn="ctr">
              <a:defRPr sz="2700" b="0"/>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Lord Jesus</a:t>
            </a:r>
          </a:p>
          <a:p>
            <a:pPr algn="ctr">
              <a:defRPr sz="2700" b="0"/>
            </a:pPr>
            <a:r>
              <a:t>This song is forever Yours</a:t>
            </a:r>
          </a:p>
          <a:p>
            <a:pPr algn="ctr">
              <a:defRPr sz="2700" b="0"/>
            </a:pPr>
            <a:r>
              <a:t>A thousand hallelujahs</a:t>
            </a:r>
          </a:p>
          <a:p>
            <a:pPr algn="ctr">
              <a:defRPr sz="2700" b="0"/>
            </a:pPr>
            <a:r>
              <a:t>And a thousand more</a:t>
            </a:r>
          </a:p>
          <a:p>
            <a:pPr algn="ctr">
              <a:defRPr sz="2700" b="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Praise to the Lord</a:t>
            </a:r>
          </a:p>
          <a:p>
            <a:pPr algn="ctr">
              <a:defRPr sz="2700" b="0"/>
            </a:pPr>
            <a:r>
              <a:t>To the lamb</a:t>
            </a:r>
          </a:p>
          <a:p>
            <a:pPr algn="ctr">
              <a:defRPr sz="2700" b="0"/>
            </a:pPr>
            <a:r>
              <a:t>To the King of Heaven</a:t>
            </a:r>
          </a:p>
          <a:p>
            <a:pPr algn="ctr">
              <a:defRPr sz="2700" b="0"/>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Praise for He rose</a:t>
            </a:r>
          </a:p>
          <a:p>
            <a:pPr algn="ctr">
              <a:defRPr sz="2700" b="0"/>
            </a:pPr>
            <a:r>
              <a:t>Now He reigns</a:t>
            </a:r>
          </a:p>
          <a:p>
            <a:pPr algn="ctr">
              <a:defRPr sz="2700" b="0"/>
            </a:pPr>
            <a:r>
              <a:t>We will sing forever</a:t>
            </a:r>
          </a:p>
          <a:p>
            <a:pPr algn="ctr">
              <a:defRPr sz="2700" b="0"/>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Praise to the Lord</a:t>
            </a:r>
          </a:p>
          <a:p>
            <a:pPr algn="ctr">
              <a:defRPr sz="2700" b="0"/>
            </a:pPr>
            <a:r>
              <a:t>To the lamb</a:t>
            </a:r>
          </a:p>
          <a:p>
            <a:pPr algn="ctr">
              <a:defRPr sz="2700" b="0"/>
            </a:pPr>
            <a:r>
              <a:t>To the King of Heaven</a:t>
            </a:r>
          </a:p>
          <a:p>
            <a:pPr algn="ctr">
              <a:defRPr sz="2700" b="0"/>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Praise for He rose</a:t>
            </a:r>
          </a:p>
          <a:p>
            <a:pPr algn="ctr">
              <a:defRPr sz="2700" b="0"/>
            </a:pPr>
            <a:r>
              <a:t>Now He reigns</a:t>
            </a:r>
          </a:p>
          <a:p>
            <a:pPr algn="ctr">
              <a:defRPr sz="2700" b="0"/>
            </a:pPr>
            <a:r>
              <a:t>We will sing forever</a:t>
            </a:r>
          </a:p>
          <a:p>
            <a:pPr algn="ctr">
              <a:defRPr sz="2700" b="0"/>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a thousand hallelujahs</a:t>
            </a:r>
          </a:p>
          <a:p>
            <a:pPr algn="ctr">
              <a:defRPr sz="2700" b="0"/>
            </a:pPr>
            <a:r>
              <a:t>We magnify Your name</a:t>
            </a:r>
          </a:p>
          <a:p>
            <a:pPr algn="ctr">
              <a:defRPr sz="2700" b="0"/>
            </a:pPr>
            <a:r>
              <a:t>You alone deserve the glory</a:t>
            </a:r>
          </a:p>
          <a:p>
            <a:pPr algn="ctr">
              <a:defRPr sz="2700" b="0"/>
            </a:pPr>
            <a:r>
              <a:t>The honor and the praise</a:t>
            </a:r>
          </a:p>
          <a:p>
            <a:pPr algn="ctr">
              <a:defRPr sz="2700" b="0"/>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Lord Jesus</a:t>
            </a:r>
          </a:p>
          <a:p>
            <a:pPr algn="ctr">
              <a:defRPr sz="2700" b="0"/>
            </a:pPr>
            <a:r>
              <a:t>This song is forever Yours</a:t>
            </a:r>
          </a:p>
          <a:p>
            <a:pPr algn="ctr">
              <a:defRPr sz="2700" b="0"/>
            </a:pPr>
            <a:r>
              <a:t>A thousand hallelujahs</a:t>
            </a:r>
          </a:p>
          <a:p>
            <a:pPr algn="ctr">
              <a:defRPr sz="2700" b="0"/>
            </a:pPr>
            <a:r>
              <a:t>And a thousand more</a:t>
            </a:r>
          </a:p>
          <a:p>
            <a:pPr algn="ctr">
              <a:defRPr sz="2700" b="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Praise to the Lord</a:t>
            </a:r>
          </a:p>
          <a:p>
            <a:pPr algn="ctr">
              <a:defRPr sz="2700" b="0"/>
            </a:pPr>
            <a:r>
              <a:t>To the lamb</a:t>
            </a:r>
          </a:p>
          <a:p>
            <a:pPr algn="ctr">
              <a:defRPr sz="2700" b="0"/>
            </a:pPr>
            <a:r>
              <a:t>To the King of Heaven</a:t>
            </a:r>
          </a:p>
          <a:p>
            <a:pPr algn="ctr">
              <a:defRPr sz="2700" b="0"/>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Praise for He rose</a:t>
            </a:r>
          </a:p>
          <a:p>
            <a:pPr algn="ctr">
              <a:defRPr sz="2700" b="0"/>
            </a:pPr>
            <a:r>
              <a:t>Now He reigns</a:t>
            </a:r>
          </a:p>
          <a:p>
            <a:pPr algn="ctr">
              <a:defRPr sz="2700" b="0"/>
            </a:pPr>
            <a:r>
              <a:t>We will sing forever</a:t>
            </a:r>
          </a:p>
          <a:p>
            <a:pPr algn="ctr">
              <a:defRPr sz="2700" b="0"/>
            </a:p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a thousand hallelujahs</a:t>
            </a:r>
          </a:p>
          <a:p>
            <a:pPr algn="ctr">
              <a:defRPr sz="2700" b="0"/>
            </a:pPr>
            <a:r>
              <a:t>We magnify Your name</a:t>
            </a:r>
          </a:p>
          <a:p>
            <a:pPr algn="ctr">
              <a:defRPr sz="2700" b="0"/>
            </a:pPr>
            <a:r>
              <a:t>You alone deserve the glory</a:t>
            </a:r>
          </a:p>
          <a:p>
            <a:pPr algn="ctr">
              <a:defRPr sz="2700" b="0"/>
            </a:pPr>
            <a:r>
              <a:t>The honor and the praise</a:t>
            </a:r>
          </a:p>
          <a:p>
            <a:pPr algn="ctr">
              <a:defRPr sz="2700" b="0"/>
            </a:p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Lord Jesus</a:t>
            </a:r>
          </a:p>
          <a:p>
            <a:pPr algn="ctr">
              <a:defRPr sz="2700" b="0"/>
            </a:pPr>
            <a:r>
              <a:t>This song is forever Yours</a:t>
            </a:r>
          </a:p>
          <a:p>
            <a:pPr algn="ctr">
              <a:defRPr sz="2700" b="0"/>
            </a:pPr>
            <a:r>
              <a:t>A thousand hallelujahs</a:t>
            </a:r>
          </a:p>
          <a:p>
            <a:pPr algn="ctr">
              <a:defRPr sz="2700" b="0"/>
            </a:pPr>
            <a:r>
              <a:t>And a thousand more</a:t>
            </a:r>
          </a:p>
          <a:p>
            <a:pPr algn="ctr">
              <a:defRPr sz="2700" b="0"/>
            </a:p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Who Am I</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 am I, that the Lord of all the earth</a:t>
            </a:r>
          </a:p>
          <a:p>
            <a:pPr algn="ctr">
              <a:defRPr sz="2700" b="0"/>
            </a:pPr>
            <a:r>
              <a:t>Would care to know my name</a:t>
            </a:r>
          </a:p>
          <a:p>
            <a:pPr algn="ctr">
              <a:defRPr sz="2700" b="0"/>
            </a:pPr>
            <a:r>
              <a:t>Would care to feel my hurt?</a:t>
            </a:r>
          </a:p>
          <a:p>
            <a:pPr algn="ctr">
              <a:defRPr sz="2700" b="0"/>
            </a:pPr>
          </a:p>
          <a:p>
            <a:pPr algn="ctr">
              <a:defRPr sz="2700" b="0"/>
            </a:p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 am I, that the Bright and Morning Star</a:t>
            </a:r>
          </a:p>
          <a:p>
            <a:pPr algn="ctr">
              <a:defRPr sz="2700" b="0"/>
            </a:pPr>
            <a:r>
              <a:t>Would choose to light the way</a:t>
            </a:r>
          </a:p>
          <a:p>
            <a:pPr algn="ctr">
              <a:defRPr sz="2700" b="0"/>
            </a:pPr>
            <a:r>
              <a:t>For my ever wandering heart?</a:t>
            </a:r>
          </a:p>
          <a:p>
            <a:pPr algn="ctr">
              <a:defRPr sz="2700" b="0"/>
            </a:p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Not because of who I am</a:t>
            </a:r>
          </a:p>
          <a:p>
            <a:pPr algn="ctr">
              <a:defRPr sz="2700" b="0"/>
            </a:pPr>
            <a:r>
              <a:t>But because of what You've done</a:t>
            </a:r>
          </a:p>
          <a:p>
            <a:pPr algn="ctr">
              <a:defRPr sz="2700" b="0"/>
            </a:pPr>
            <a:r>
              <a:t>Not because of what I've done</a:t>
            </a:r>
          </a:p>
          <a:p>
            <a:pPr algn="ctr">
              <a:defRPr sz="2700" b="0"/>
            </a:pPr>
            <a:r>
              <a:t>But because of who You are</a:t>
            </a:r>
          </a:p>
          <a:p>
            <a:pPr algn="ctr">
              <a:defRPr sz="2700" b="0"/>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 am a flower quickly fading</a:t>
            </a:r>
          </a:p>
          <a:p>
            <a:pPr algn="ctr">
              <a:defRPr sz="2700" b="0"/>
            </a:pPr>
            <a:r>
              <a:t>Here today and gone tomorrow</a:t>
            </a:r>
          </a:p>
          <a:p>
            <a:pPr algn="ctr">
              <a:defRPr sz="2700" b="0"/>
            </a:pPr>
            <a:r>
              <a:t>A wave tossed in the ocean</a:t>
            </a:r>
          </a:p>
          <a:p>
            <a:pPr algn="ctr">
              <a:defRPr sz="2700" b="0"/>
            </a:pPr>
            <a:r>
              <a:t>A vapor in the wind</a:t>
            </a:r>
          </a:p>
          <a:p>
            <a:pPr algn="ctr">
              <a:defRPr sz="2700" b="0"/>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Still, You hear me when I'm calling</a:t>
            </a:r>
          </a:p>
          <a:p>
            <a:pPr algn="ctr">
              <a:defRPr sz="2700" b="0"/>
            </a:pPr>
            <a:r>
              <a:t>Lord, You catch me when I'm falling</a:t>
            </a:r>
          </a:p>
          <a:p>
            <a:pPr algn="ctr">
              <a:defRPr sz="2700" b="0"/>
            </a:pPr>
            <a:r>
              <a:t>And You've told me who I am</a:t>
            </a:r>
          </a:p>
          <a:p>
            <a:pPr algn="ctr">
              <a:defRPr sz="2700" b="0"/>
            </a:pPr>
            <a:r>
              <a:t>I am Yours, I am Yours</a:t>
            </a:r>
          </a:p>
          <a:p>
            <a:pPr algn="ctr">
              <a:defRPr sz="2700" b="0"/>
            </a:p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 am I, that the eyes that see my sin</a:t>
            </a:r>
          </a:p>
          <a:p>
            <a:pPr algn="ctr">
              <a:defRPr sz="2700" b="0"/>
            </a:pPr>
            <a:r>
              <a:t>Would look on me with love</a:t>
            </a:r>
          </a:p>
          <a:p>
            <a:pPr algn="ctr">
              <a:defRPr sz="2700" b="0"/>
            </a:pPr>
            <a:r>
              <a:t>And watch me rise again?</a:t>
            </a:r>
          </a:p>
          <a:p>
            <a:pPr algn="ctr">
              <a:defRPr sz="2700" b="0"/>
            </a:pPr>
          </a:p>
          <a:p>
            <a:pPr algn="ctr">
              <a:defRPr sz="2700" b="0"/>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 am I, that the voice that calmed the sea</a:t>
            </a:r>
          </a:p>
          <a:p>
            <a:pPr algn="ctr">
              <a:defRPr sz="2700" b="0"/>
            </a:pPr>
            <a:r>
              <a:t>Would call out through the rain</a:t>
            </a:r>
          </a:p>
          <a:p>
            <a:pPr algn="ctr">
              <a:defRPr sz="2700" b="0"/>
            </a:pPr>
            <a:r>
              <a:t>And calm the storm in me?</a:t>
            </a:r>
          </a:p>
          <a:p>
            <a:pPr algn="ctr">
              <a:defRPr sz="2700" b="0"/>
            </a:p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Not because of who I am</a:t>
            </a:r>
          </a:p>
          <a:p>
            <a:pPr algn="ctr">
              <a:defRPr sz="2700" b="0"/>
            </a:pPr>
            <a:r>
              <a:t>But because of what You've done</a:t>
            </a:r>
          </a:p>
          <a:p>
            <a:pPr algn="ctr">
              <a:defRPr sz="2700" b="0"/>
            </a:pPr>
            <a:r>
              <a:t>Not because of what I've done</a:t>
            </a:r>
          </a:p>
          <a:p>
            <a:pPr algn="ctr">
              <a:defRPr sz="2700" b="0"/>
            </a:pPr>
            <a:r>
              <a:t>But because of who You are</a:t>
            </a:r>
          </a:p>
          <a:p>
            <a:pPr algn="ctr">
              <a:defRPr sz="2700" b="0"/>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 am a flower quickly fading</a:t>
            </a:r>
          </a:p>
          <a:p>
            <a:pPr algn="ctr">
              <a:defRPr sz="2700" b="0"/>
            </a:pPr>
            <a:r>
              <a:t>Here today and gone tomorrow</a:t>
            </a:r>
          </a:p>
          <a:p>
            <a:pPr algn="ctr">
              <a:defRPr sz="2700" b="0"/>
            </a:pPr>
            <a:r>
              <a:t>A wave tossed in the ocean</a:t>
            </a:r>
          </a:p>
          <a:p>
            <a:pPr algn="ctr">
              <a:defRPr sz="2700" b="0"/>
            </a:pPr>
            <a:r>
              <a:t>A vapor in the wind</a:t>
            </a:r>
          </a:p>
          <a:p>
            <a:pPr algn="ctr">
              <a:defRPr sz="2700" b="0"/>
            </a:p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Still, You hear me when I'm calling</a:t>
            </a:r>
          </a:p>
          <a:p>
            <a:pPr algn="ctr">
              <a:defRPr sz="2700" b="0"/>
            </a:pPr>
            <a:r>
              <a:t>Lord, You catch me when I'm falling</a:t>
            </a:r>
          </a:p>
          <a:p>
            <a:pPr algn="ctr">
              <a:defRPr sz="2700" b="0"/>
            </a:pPr>
            <a:r>
              <a:t>And You've told me who I am</a:t>
            </a:r>
          </a:p>
          <a:p>
            <a:pPr algn="ctr">
              <a:defRPr sz="2700" b="0"/>
            </a:pPr>
            <a:r>
              <a:t>I am Yours</a:t>
            </a:r>
          </a:p>
          <a:p>
            <a:pPr algn="ctr">
              <a:defRPr sz="2700" b="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Not because of who I am</a:t>
            </a:r>
          </a:p>
          <a:p>
            <a:pPr algn="ctr">
              <a:defRPr sz="2700" b="0"/>
            </a:pPr>
            <a:r>
              <a:t>But because of what You've done</a:t>
            </a:r>
          </a:p>
          <a:p>
            <a:pPr algn="ctr">
              <a:defRPr sz="2700" b="0"/>
            </a:pPr>
            <a:r>
              <a:t>Not because of what I've done</a:t>
            </a:r>
          </a:p>
          <a:p>
            <a:pPr algn="ctr">
              <a:defRPr sz="2700" b="0"/>
            </a:pPr>
            <a:r>
              <a:t>But because of who You are</a:t>
            </a:r>
          </a:p>
          <a:p>
            <a:pPr algn="ctr">
              <a:defRPr sz="2700" b="0"/>
            </a:p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 am a flower quickly fading</a:t>
            </a:r>
          </a:p>
          <a:p>
            <a:pPr algn="ctr">
              <a:defRPr sz="2700" b="0"/>
            </a:pPr>
            <a:r>
              <a:t>Here today and gone tomorrow</a:t>
            </a:r>
          </a:p>
          <a:p>
            <a:pPr algn="ctr">
              <a:defRPr sz="2700" b="0"/>
            </a:pPr>
            <a:r>
              <a:t>A wave tossed in the ocean</a:t>
            </a:r>
          </a:p>
          <a:p>
            <a:pPr algn="ctr">
              <a:defRPr sz="2700" b="0"/>
            </a:pPr>
            <a:r>
              <a:t>A vapor in the wind</a:t>
            </a:r>
          </a:p>
          <a:p>
            <a:pPr algn="ctr">
              <a:defRPr sz="2700" b="0"/>
            </a:p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Still, You hear me when I'm calling</a:t>
            </a:r>
          </a:p>
          <a:p>
            <a:pPr algn="ctr">
              <a:defRPr sz="2700" b="0"/>
            </a:pPr>
            <a:r>
              <a:t>Lord, You catch me when I'm falling</a:t>
            </a:r>
          </a:p>
          <a:p>
            <a:pPr algn="ctr">
              <a:defRPr sz="2700" b="0"/>
            </a:pPr>
            <a:r>
              <a:t>You told me who I am</a:t>
            </a:r>
          </a:p>
          <a:p>
            <a:pPr algn="ctr">
              <a:defRPr sz="2700" b="0"/>
            </a:pPr>
            <a:r>
              <a:t>I am Yours, I am Yours, I am Yours</a:t>
            </a:r>
          </a:p>
          <a:p>
            <a:pPr algn="ctr">
              <a:defRPr sz="2700" b="0"/>
            </a:p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Whom shall I fear? Whom shall I fear?</a:t>
            </a:r>
          </a:p>
          <a:p>
            <a:pPr algn="ctr">
              <a:defRPr sz="2700" b="0"/>
            </a:pPr>
            <a:r>
              <a:t>'Cause I am Yours, I am Yours</a:t>
            </a:r>
          </a:p>
          <a:p>
            <a:pPr algn="ctr">
              <a:defRPr sz="2700" b="0"/>
            </a:p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14350"/>
            <a:ext cx="3657600" cy="4114800"/>
          </a:xfrm>
          <a:prstGeom prst="rect">
            <a:avLst/>
          </a:prstGeom>
          <a:noFill/>
        </p:spPr>
        <p:txBody>
          <a:bodyPr wrap="square">
            <a:spAutoFit/>
          </a:bodyPr>
          <a:lstStyle/>
          <a:p>
            <a:pPr>
              <a:defRPr sz="3000"/>
            </a:pPr>
            <a:r>
              <a:t>Holy Communion</a:t>
            </a:r>
          </a:p>
        </p:txBody>
      </p:sp>
      <p:pic>
        <p:nvPicPr>
          <p:cNvPr id="3" name="Picture 2" descr="Communion.png"/>
          <p:cNvPicPr>
            <a:picLocks noChangeAspect="1"/>
          </p:cNvPicPr>
          <p:nvPr/>
        </p:nvPicPr>
        <p:blipFill>
          <a:blip r:embed="rId2"/>
          <a:stretch>
            <a:fillRect/>
          </a:stretch>
        </p:blipFill>
        <p:spPr>
          <a:xfrm>
            <a:off x="4514850" y="514350"/>
            <a:ext cx="4114800" cy="41148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14350"/>
            <a:ext cx="3657600" cy="4114800"/>
          </a:xfrm>
          <a:prstGeom prst="rect">
            <a:avLst/>
          </a:prstGeom>
          <a:noFill/>
        </p:spPr>
        <p:txBody>
          <a:bodyPr wrap="square">
            <a:spAutoFit/>
          </a:bodyPr>
          <a:lstStyle/>
          <a:p>
            <a:pPr>
              <a:defRPr sz="3000"/>
            </a:pPr>
            <a:r>
              <a:t>Bible reading</a:t>
            </a:r>
          </a:p>
        </p:txBody>
      </p:sp>
      <p:pic>
        <p:nvPicPr>
          <p:cNvPr id="3" name="Picture 2" descr="Bible.png"/>
          <p:cNvPicPr>
            <a:picLocks noChangeAspect="1"/>
          </p:cNvPicPr>
          <p:nvPr/>
        </p:nvPicPr>
        <p:blipFill>
          <a:blip r:embed="rId2"/>
          <a:stretch>
            <a:fillRect/>
          </a:stretch>
        </p:blipFill>
        <p:spPr>
          <a:xfrm>
            <a:off x="4514850" y="514350"/>
            <a:ext cx="4114800" cy="41148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1 Kings 3:5-15</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⁵ At Gibeon the Lord appeared to Solomon during the night in a dream, and God said, “Ask for whatever you want me to give you.” </a:t>
            </a:r>
          </a:p>
          <a:p>
            <a:pPr algn="ctr">
              <a:defRPr sz="2300" b="0"/>
            </a:pPr>
            <a:r>
              <a:t>⁶ Solomon answered, “You have shown great kindness to your servant, my father David, because he was faithful to you and righteous and upright in heart. You have continued this great kindness to him and have given him a son to sit on his throne this very day. </a:t>
            </a:r>
          </a:p>
          <a:p>
            <a:pPr algn="ctr">
              <a:defRPr sz="2300" b="0"/>
            </a:p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1 Kings 3:5-15</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⁷ “Now, Lord my God, you have made your servant king in place of my father David. But I am only a little child and do not know how to carry out my duties. ⁸ Your servant is here among the people you have chosen, a great people, too numerous to count or number.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1 Kings 3:5-15</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⁹ So give your servant a discerning heart to govern your people and to distinguish between right and wrong. For who is able to govern this great people of yours?” </a:t>
            </a:r>
          </a:p>
          <a:p>
            <a:pPr algn="ctr">
              <a:defRPr sz="2300" b="0"/>
            </a:pPr>
            <a:r>
              <a:t>¹⁰ The Lord was pleased that Solomon had asked for this.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1 Kings 3:5-15</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¹¹ So God said to him, “Since you have asked for this and not for long life or wealth for yourself, nor have asked for the death of your enemies but for discernment in administering justice, ¹² I will do what you have asked. I will give you a wise and discerning heart, so that there will never have been anyone like you, nor will there ever be.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1 Kings 3:5-15</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¹³ Moreover, I will give you what you have not asked for—both wealth and honor—so that in your lifetime you will have no equal among kings. ¹⁴ And if you walk in obedience to me and keep my decrees and commands as David your father did, I will give you a long life.”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1 Kings 3:5-15</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¹⁵ Then Solomon awoke—and he realized it had been a dream.</a:t>
            </a:r>
          </a:p>
          <a:p>
            <a:pPr algn="ctr">
              <a:defRPr sz="2300" b="0"/>
            </a:pPr>
            <a:r>
              <a:t>He returned to Jerusalem, stood before the ark of the Lord’s covenant and sacrificed burnt offerings and fellowship offerings. Then he gave a feast for all his court.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Announcements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657350"/>
            <a:ext cx="2743200" cy="914400"/>
          </a:xfrm>
          <a:prstGeom prst="rect">
            <a:avLst/>
          </a:prstGeom>
          <a:noFill/>
        </p:spPr>
        <p:txBody>
          <a:bodyPr wrap="square" lIns="0">
            <a:spAutoFit/>
          </a:bodyPr>
          <a:lstStyle/>
          <a:p/>
          <a:p>
            <a:pPr>
              <a:defRPr sz="4000"/>
            </a:pPr>
            <a:r>
              <a:t>Offering</a:t>
            </a:r>
          </a:p>
        </p:txBody>
      </p:sp>
      <p:sp>
        <p:nvSpPr>
          <p:cNvPr id="3" name="Rounded Rectangle 2"/>
          <p:cNvSpPr/>
          <p:nvPr/>
        </p:nvSpPr>
        <p:spPr>
          <a:xfrm>
            <a:off x="3028950" y="171450"/>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78035" y="171450"/>
            <a:ext cx="4754880" cy="857250"/>
          </a:xfrm>
          <a:prstGeom prst="rect">
            <a:avLst/>
          </a:prstGeom>
          <a:noFill/>
        </p:spPr>
        <p:txBody>
          <a:bodyPr wrap="square">
            <a:spAutoFit/>
          </a:bodyPr>
          <a:lstStyle/>
          <a:p/>
          <a:p>
            <a:pPr>
              <a:defRPr sz="16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3114675" y="257175"/>
            <a:ext cx="685800" cy="685800"/>
          </a:xfrm>
          <a:prstGeom prst="rect">
            <a:avLst/>
          </a:prstGeom>
        </p:spPr>
      </p:pic>
      <p:sp>
        <p:nvSpPr>
          <p:cNvPr id="6" name="Rounded Rectangle 5"/>
          <p:cNvSpPr/>
          <p:nvPr/>
        </p:nvSpPr>
        <p:spPr>
          <a:xfrm>
            <a:off x="3028950" y="1157287"/>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78035" y="1157287"/>
            <a:ext cx="4754880" cy="857250"/>
          </a:xfrm>
          <a:prstGeom prst="rect">
            <a:avLst/>
          </a:prstGeom>
          <a:noFill/>
        </p:spPr>
        <p:txBody>
          <a:bodyPr wrap="square">
            <a:spAutoFit/>
          </a:bodyPr>
          <a:lstStyle/>
          <a:p/>
          <a:p>
            <a:pPr>
              <a:defRPr sz="16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3114675" y="1243012"/>
            <a:ext cx="685800" cy="685800"/>
          </a:xfrm>
          <a:prstGeom prst="rect">
            <a:avLst/>
          </a:prstGeom>
        </p:spPr>
      </p:pic>
      <p:sp>
        <p:nvSpPr>
          <p:cNvPr id="9" name="Rounded Rectangle 8"/>
          <p:cNvSpPr/>
          <p:nvPr/>
        </p:nvSpPr>
        <p:spPr>
          <a:xfrm>
            <a:off x="3028950" y="2143125"/>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78035" y="2143125"/>
            <a:ext cx="4754880" cy="857250"/>
          </a:xfrm>
          <a:prstGeom prst="rect">
            <a:avLst/>
          </a:prstGeom>
          <a:noFill/>
        </p:spPr>
        <p:txBody>
          <a:bodyPr wrap="square">
            <a:spAutoFit/>
          </a:bodyPr>
          <a:lstStyle/>
          <a:p/>
          <a:p>
            <a:pPr>
              <a:defRPr sz="1600">
                <a:latin typeface="Gill Sans MT"/>
              </a:defRPr>
            </a:pPr>
            <a:r>
              <a:t>BSB: 112 - 879</a:t>
            </a:r>
          </a:p>
        </p:txBody>
      </p:sp>
      <p:pic>
        <p:nvPicPr>
          <p:cNvPr id="11" name="Picture 10" descr="bsb.png"/>
          <p:cNvPicPr>
            <a:picLocks noChangeAspect="1"/>
          </p:cNvPicPr>
          <p:nvPr/>
        </p:nvPicPr>
        <p:blipFill>
          <a:blip r:embed="rId4"/>
          <a:stretch>
            <a:fillRect/>
          </a:stretch>
        </p:blipFill>
        <p:spPr>
          <a:xfrm>
            <a:off x="3114675" y="2228850"/>
            <a:ext cx="685800" cy="685800"/>
          </a:xfrm>
          <a:prstGeom prst="rect">
            <a:avLst/>
          </a:prstGeom>
        </p:spPr>
      </p:pic>
      <p:sp>
        <p:nvSpPr>
          <p:cNvPr id="12" name="Rounded Rectangle 11"/>
          <p:cNvSpPr/>
          <p:nvPr/>
        </p:nvSpPr>
        <p:spPr>
          <a:xfrm>
            <a:off x="3028950" y="3128962"/>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8035" y="3128962"/>
            <a:ext cx="4754880" cy="857250"/>
          </a:xfrm>
          <a:prstGeom prst="rect">
            <a:avLst/>
          </a:prstGeom>
          <a:noFill/>
        </p:spPr>
        <p:txBody>
          <a:bodyPr wrap="square">
            <a:spAutoFit/>
          </a:bodyPr>
          <a:lstStyle/>
          <a:p/>
          <a:p>
            <a:pPr>
              <a:defRPr sz="16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3114675" y="3214687"/>
            <a:ext cx="685800" cy="685800"/>
          </a:xfrm>
          <a:prstGeom prst="rect">
            <a:avLst/>
          </a:prstGeom>
        </p:spPr>
      </p:pic>
      <p:sp>
        <p:nvSpPr>
          <p:cNvPr id="15" name="Rounded Rectangle 14"/>
          <p:cNvSpPr/>
          <p:nvPr/>
        </p:nvSpPr>
        <p:spPr>
          <a:xfrm>
            <a:off x="3028950" y="4114800"/>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78035" y="4114800"/>
            <a:ext cx="4754880" cy="857250"/>
          </a:xfrm>
          <a:prstGeom prst="rect">
            <a:avLst/>
          </a:prstGeom>
          <a:noFill/>
        </p:spPr>
        <p:txBody>
          <a:bodyPr wrap="square">
            <a:spAutoFit/>
          </a:bodyPr>
          <a:lstStyle/>
          <a:p/>
          <a:p>
            <a:pPr>
              <a:defRPr sz="16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3114675" y="4200525"/>
            <a:ext cx="685800" cy="6858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Prayer points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Mingle time!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{137E4239-529B-B546-B5DB-743A26600DAF}tf10001121_mac</Template>
  <TotalTime>2108</TotalTime>
  <Words>0</Words>
  <Application>Microsoft Macintosh PowerPoint</Application>
  <PresentationFormat>On-screen Show (16:9)</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Wingdings 2</vt:lpstr>
      <vt:lpstr>Arial</vt:lpstr>
      <vt:lpstr>Quotable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BCCC English service</dc:title>
  <dc:creator>Annabel Lam</dc:creator>
  <cp:lastModifiedBy>Johnny Wu</cp:lastModifiedBy>
  <cp:revision>46</cp:revision>
  <dcterms:modified xsi:type="dcterms:W3CDTF">2024-07-29T04:58:20Z</dcterms:modified>
</cp:coreProperties>
</file>